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2e54e1cb4042b7" /><Relationship Type="http://schemas.openxmlformats.org/officeDocument/2006/relationships/extended-properties" Target="/docProps/app.xml" Id="R1eaf5a8a0cab4266" /><Relationship Type="http://schemas.openxmlformats.org/officeDocument/2006/relationships/officeDocument" Target="/ppt/presentation.xml" Id="Rf77a0fe0d04144b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652f49878f4cb9"/>
  </p:sldMasterIdLst>
  <p:notesMasterIdLst>
    <p:notesMasterId xmlns:r="http://schemas.openxmlformats.org/officeDocument/2006/relationships" r:id="R753a46d628964934"/>
  </p:notesMasterIdLst>
  <p:sldIdLst>
    <p:sldId xmlns:r="http://schemas.openxmlformats.org/officeDocument/2006/relationships" id="256" r:id="R605bdf7e80f74dac"/>
    <p:sldId xmlns:r="http://schemas.openxmlformats.org/officeDocument/2006/relationships" id="257" r:id="Re27fb831ee134bc0"/>
    <p:sldId xmlns:r="http://schemas.openxmlformats.org/officeDocument/2006/relationships" id="258" r:id="Rd43d60ac93a845dc"/>
    <p:sldId xmlns:r="http://schemas.openxmlformats.org/officeDocument/2006/relationships" id="259" r:id="Ra9ff4a64bf5344a9"/>
    <p:sldId xmlns:r="http://schemas.openxmlformats.org/officeDocument/2006/relationships" id="260" r:id="Rcff1b2bb45dc47ff"/>
    <p:sldId xmlns:r="http://schemas.openxmlformats.org/officeDocument/2006/relationships" id="261" r:id="Ra3333fab72d440b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3703ba96add47f0" /><Relationship Type="http://schemas.openxmlformats.org/officeDocument/2006/relationships/slideMaster" Target="/ppt/slideMasters/slideMaster1.xml" Id="R71652f49878f4cb9" /><Relationship Type="http://schemas.openxmlformats.org/officeDocument/2006/relationships/notesMaster" Target="/ppt/notesMasters/notesMaster1.xml" Id="R753a46d628964934" /><Relationship Type="http://schemas.openxmlformats.org/officeDocument/2006/relationships/presProps" Target="/ppt/presProps.xml" Id="Rf122b1268c964488" /><Relationship Type="http://schemas.openxmlformats.org/officeDocument/2006/relationships/tableStyles" Target="/ppt/tableStyles.xml" Id="R5f4a66ec7db54423" /><Relationship Type="http://schemas.openxmlformats.org/officeDocument/2006/relationships/slide" Target="/ppt/slides/slide1.xml" Id="R605bdf7e80f74dac" /><Relationship Type="http://schemas.openxmlformats.org/officeDocument/2006/relationships/slide" Target="/ppt/slides/slide2.xml" Id="Re27fb831ee134bc0" /><Relationship Type="http://schemas.openxmlformats.org/officeDocument/2006/relationships/slide" Target="/ppt/slides/slide3.xml" Id="Rd43d60ac93a845dc" /><Relationship Type="http://schemas.openxmlformats.org/officeDocument/2006/relationships/slide" Target="/ppt/slides/slide4.xml" Id="Ra9ff4a64bf5344a9" /><Relationship Type="http://schemas.openxmlformats.org/officeDocument/2006/relationships/slide" Target="/ppt/slides/slide5.xml" Id="Rcff1b2bb45dc47ff" /><Relationship Type="http://schemas.openxmlformats.org/officeDocument/2006/relationships/slide" Target="/ppt/slides/slide6.xml" Id="Ra3333fab72d440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0b462c1fe184a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8b6f9aace24959" /><Relationship Type="http://schemas.openxmlformats.org/officeDocument/2006/relationships/notesMaster" Target="/ppt/notesMasters/notesMaster1.xml" Id="R6fab8af031ba48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34db0ef6b84d59" /><Relationship Type="http://schemas.openxmlformats.org/officeDocument/2006/relationships/notesMaster" Target="/ppt/notesMasters/notesMaster1.xml" Id="Ree13be407f9b495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6fb60e23da742fa" /><Relationship Type="http://schemas.openxmlformats.org/officeDocument/2006/relationships/notesMaster" Target="/ppt/notesMasters/notesMaster1.xml" Id="R7703d60e1f204a2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8fd09a5cde843d0" /><Relationship Type="http://schemas.openxmlformats.org/officeDocument/2006/relationships/notesMaster" Target="/ppt/notesMasters/notesMaster1.xml" Id="Raf5909adae004b7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f4ed36bfe9f409d" /><Relationship Type="http://schemas.openxmlformats.org/officeDocument/2006/relationships/notesMaster" Target="/ppt/notesMasters/notesMaster1.xml" Id="Rf976d080588b438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0826393470941a0" /><Relationship Type="http://schemas.openxmlformats.org/officeDocument/2006/relationships/notesMaster" Target="/ppt/notesMasters/notesMaster1.xml" Id="Rcfdd047a03cb44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Planora repository README.md and live site https://zc-planora.vercel.app/. This is an independent student project, not a university service.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screenshot of live site on 25 Sep 2026, https://zc-planora.vercel.app/. Cyber Security has no published courses in this dataset; IT starts at Year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src/App.tsx evaluateAssistantProposal; src/components/ScheduleAssistant.tsx; README.md. Check final registration facts in Self-Service.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src/semester/*.json, docs/SEMESTER_ROLLOVER.md, package.json. Only add published or creator-supplied academic facts.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README.md; docs/ADMIN_PANEL.md; src/components/AppStatus.tsx; src/components/ReportIssueDialog.tsx. These inbox and import changes are on the project branch; verify before claiming they are live. Credentials intentionally excluded.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docs/ADMIN_PANEL.md, docs/SEMESTER_ROLLOVER.md, app/api/admin.ts and app/api/feedback.ts. Imports create drafts, not published course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2432cecb4d47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9f8571febe04223" /><Relationship Type="http://schemas.openxmlformats.org/officeDocument/2006/relationships/slideLayout" Target="/ppt/slideLayouts/slideLayout1.xml" Id="R214e353cbfd647f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4e353cbfd647f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32fc57789a4f1c" /><Relationship Type="http://schemas.openxmlformats.org/officeDocument/2006/relationships/notesSlide" Target="/ppt/notesSlides/notesSlide1.xml" Id="R7bdcb540bfce456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15c93eb9fc4ae0" /><Relationship Type="http://schemas.openxmlformats.org/officeDocument/2006/relationships/image" Target="/ppt/media/image.jpeg" Id="Rdda24b508c50409e" /><Relationship Type="http://schemas.openxmlformats.org/officeDocument/2006/relationships/notesSlide" Target="/ppt/notesSlides/notesSlide2.xml" Id="R463db27a61c84b6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8d940ed6ae450a" /><Relationship Type="http://schemas.openxmlformats.org/officeDocument/2006/relationships/notesSlide" Target="/ppt/notesSlides/notesSlide3.xml" Id="R0b32c2910769483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b25cc8f16b4b56" /><Relationship Type="http://schemas.openxmlformats.org/officeDocument/2006/relationships/notesSlide" Target="/ppt/notesSlides/notesSlide4.xml" Id="R07da2e256c5140a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5e1a3554fa489e" /><Relationship Type="http://schemas.openxmlformats.org/officeDocument/2006/relationships/notesSlide" Target="/ppt/notesSlides/notesSlide5.xml" Id="R66d5a0e9c0ae483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b8d1332de04484" /><Relationship Type="http://schemas.openxmlformats.org/officeDocument/2006/relationships/notesSlide" Target="/ppt/notesSlides/notesSlide6.xml" Id="R4790a5c23c5c44a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FAD26D-54D3-4C1A-BC1F-2AB3A95A5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A4C5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A4C5FF"/>
                </a:solidFill>
                <a:latin typeface="Bitstream Charter"/>
                <a:ea typeface="Bitstream Charter"/>
                <a:cs typeface="Bitstream Charter"/>
              </a:rPr>
              <a:t>FALL 2026 · MAIN SESSION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A640FA-AC82-483C-9972-3190C1648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525" b="1">
                <a:solidFill>
                  <a:srgbClr val="F4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525" b="1">
                <a:solidFill>
                  <a:srgbClr val="F4F7FF"/>
                </a:solidFill>
                <a:latin typeface="Bitstream Charter"/>
                <a:ea typeface="Bitstream Charter"/>
                <a:cs typeface="Bitstream Charter"/>
              </a:rPr>
              <a:t>Planora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FAE934-3E83-4497-9B0B-0944F2792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A4C5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625" b="1">
                <a:solidFill>
                  <a:srgbClr val="A4C5FF"/>
                </a:solidFill>
                <a:latin typeface="Bitstream Charter"/>
                <a:ea typeface="Bitstream Charter"/>
                <a:cs typeface="Bitstream Charter"/>
              </a:rPr>
              <a:t>The student schedule planner for CSAI.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A6423D-D8C8-41B2-BD60-C60A12470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981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F4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F4F7FF"/>
                </a:solidFill>
                <a:latin typeface="Bitstream Charter"/>
                <a:ea typeface="Bitstream Charter"/>
                <a:cs typeface="Bitstream Charter"/>
              </a:rPr>
              <a:t>Choose sections, spot clashes, compare options and share your timetable before registration.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375A11-88FE-419B-B6EA-B5B8E135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A4C5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A4C5FF"/>
                </a:solidFill>
                <a:latin typeface="Bitstream Charter"/>
                <a:ea typeface="Bitstream Charter"/>
                <a:cs typeface="Bitstream Charter"/>
              </a:rPr>
              <a:t>Directed by Ahmed Amir &amp; Youssef Taha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C465D1-EB36-4B65-A004-C445A3BF8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B6C5D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B6C5DF"/>
                </a:solidFill>
                <a:latin typeface="Bitstream Charter"/>
                <a:ea typeface="Bitstream Charter"/>
                <a:cs typeface="Bitstream Charter"/>
              </a:rPr>
              <a:t>PLANORA  /  INDEPENDENT STUDENT PROJECT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419040-4002-4D60-948B-9B378A477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666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625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A4C5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A4C5FF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161641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F5B3EF-1E6B-4371-9DA8-80CE500D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A4C5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A4C5FF"/>
                </a:solidFill>
                <a:latin typeface="Bitstream Charter"/>
                <a:ea typeface="Bitstream Charter"/>
                <a:cs typeface="Bitstream Charter"/>
              </a:rPr>
              <a:t>THE LIVE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9B9296-BF81-4CCA-88DF-1D93C3C6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525" b="1">
                <a:solidFill>
                  <a:srgbClr val="F4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525" b="1">
                <a:solidFill>
                  <a:srgbClr val="F4F7FF"/>
                </a:solidFill>
                <a:latin typeface="Bitstream Charter"/>
                <a:ea typeface="Bitstream Charter"/>
                <a:cs typeface="Bitstream Charter"/>
              </a:rPr>
              <a:t>A planner you can actually use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a24b508c50409e"/>
          <a:stretch xmlns:a="http://schemas.openxmlformats.org/drawingml/2006/main"/>
        </p:blipFill>
        <p:spPr>
          <a:xfrm xmlns:a="http://schemas.openxmlformats.org/drawingml/2006/main">
            <a:off x="3121793" y="1790700"/>
            <a:ext cx="5948414" cy="40862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E6BD72-88BF-49B7-B1FF-A1F13B786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864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A4C5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A4C5FF"/>
                </a:solidFill>
                <a:latin typeface="Bitstream Charter"/>
                <a:ea typeface="Bitstream Charter"/>
                <a:cs typeface="Bitstream Charter"/>
              </a:rPr>
              <a:t>Years 1–4  ·  IT (Years 2–4), Data Science &amp; AI, Software  ·  Cyber Security (courses pending)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6B6943-3C4F-4065-848C-FFA9EB23B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B6C5D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B6C5DF"/>
                </a:solidFill>
                <a:latin typeface="Bitstream Charter"/>
                <a:ea typeface="Bitstream Charter"/>
                <a:cs typeface="Bitstream Charter"/>
              </a:rPr>
              <a:t>PLANORA  /  INDEPENDENT STUDENT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B832A4-E72B-4FA3-BBD7-FDA764FBF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666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625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A4C5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A4C5FF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33813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7184B9-A200-450E-8F88-E177E3EF9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A4C5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A4C5FF"/>
                </a:solidFill>
                <a:latin typeface="Bitstream Charter"/>
                <a:ea typeface="Bitstream Charter"/>
                <a:cs typeface="Bitstream Charter"/>
              </a:rPr>
              <a:t>PLANORA FEATURES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7677BD-1197-4B3D-8F40-97DBB18B5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525" b="1">
                <a:solidFill>
                  <a:srgbClr val="F4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525" b="1">
                <a:solidFill>
                  <a:srgbClr val="F4F7FF"/>
                </a:solidFill>
                <a:latin typeface="Bitstream Charter"/>
                <a:ea typeface="Bitstream Charter"/>
                <a:cs typeface="Bitstream Charter"/>
              </a:rPr>
              <a:t>Schedule decisions with guardrails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2AD065-17F1-41A3-B691-3B945B9A3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287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F4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F4F7FF"/>
                </a:solidFill>
                <a:latin typeface="Bitstream Charter"/>
                <a:ea typeface="Bitstream Charter"/>
                <a:cs typeface="Bitstream Charter"/>
              </a:rPr>
              <a:t>01    Pick lecture, lab and tutorial sections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250" b="0">
                <a:solidFill>
                  <a:srgbClr val="F4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F4F7FF"/>
                </a:solidFill>
                <a:latin typeface="Bitstream Charter"/>
                <a:ea typeface="Bitstream Charter"/>
                <a:cs typeface="Bitstream Charter"/>
              </a:rPr>
              <a:t>02    See overlapping sessions and credit limits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250" b="0">
                <a:solidFill>
                  <a:srgbClr val="F4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F4F7FF"/>
                </a:solidFill>
                <a:latin typeface="Bitstream Charter"/>
                <a:ea typeface="Bitstream Charter"/>
                <a:cs typeface="Bitstream Charter"/>
              </a:rPr>
              <a:t>03    Generate and compare best schedules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A055FC-32B9-41E8-83B5-E091C0AEB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05375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A4C5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A4C5FF"/>
                </a:solidFill>
                <a:latin typeface="Bitstream Charter"/>
                <a:ea typeface="Bitstream Charter"/>
                <a:cs typeface="Bitstream Charter"/>
              </a:rPr>
              <a:t>AI can suggest changes, but the planner checks the final schedule against meetings and locks before showing a proposal.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00C10E-EF40-431E-A89C-22E93A21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B6C5D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B6C5DF"/>
                </a:solidFill>
                <a:latin typeface="Bitstream Charter"/>
                <a:ea typeface="Bitstream Charter"/>
                <a:cs typeface="Bitstream Charter"/>
              </a:rPr>
              <a:t>PLANORA  /  INDEPENDENT STUDENT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25C43C-B8DE-4773-90E4-550F3C4B9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666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625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A4C5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A4C5FF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416734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D9FBFC-B6FB-4CEC-95C8-641B5E0A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A4C5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A4C5FF"/>
                </a:solidFill>
                <a:latin typeface="Bitstream Charter"/>
                <a:ea typeface="Bitstream Charter"/>
                <a:cs typeface="Bitstream Charter"/>
              </a:rPr>
              <a:t>NEXT TERM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F3313D-5F31-4CA2-8AF9-7ABFB8F9B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525" b="1">
                <a:solidFill>
                  <a:srgbClr val="F4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525" b="1">
                <a:solidFill>
                  <a:srgbClr val="F4F7FF"/>
                </a:solidFill>
                <a:latin typeface="Bitstream Charter"/>
                <a:ea typeface="Bitstream Charter"/>
                <a:cs typeface="Bitstream Charter"/>
              </a:rPr>
              <a:t>Keep the engine. Update the semester.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19C94A-39C4-4A49-B57F-86EF2DD1C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105727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F4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F4F7FF"/>
                </a:solidFill>
                <a:latin typeface="Bitstream Charter"/>
                <a:ea typeface="Bitstream Charter"/>
                <a:cs typeface="Bitstream Charter"/>
              </a:rPr>
              <a:t>semester.json        Term, dates and verification</a:t>
            </a:r>
          </a:p>
          <a:p xmlns:a="http://schemas.openxmlformats.org/drawingml/2006/main">
            <a:pPr>
              <a:buNone/>
              <a:defRPr sz="2175" b="0">
                <a:solidFill>
                  <a:srgbClr val="F4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F4F7FF"/>
                </a:solidFill>
                <a:latin typeface="Bitstream Charter"/>
                <a:ea typeface="Bitstream Charter"/>
                <a:cs typeface="Bitstream Charter"/>
              </a:rPr>
              <a:t>courses.json          Courses, instructors and meetings</a:t>
            </a:r>
          </a:p>
          <a:p xmlns:a="http://schemas.openxmlformats.org/drawingml/2006/main">
            <a:pPr>
              <a:buNone/>
              <a:defRPr sz="2175" b="0">
                <a:solidFill>
                  <a:srgbClr val="F4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F4F7FF"/>
                </a:solidFill>
                <a:latin typeface="Bitstream Charter"/>
                <a:ea typeface="Bitstream Charter"/>
                <a:cs typeface="Bitstream Charter"/>
              </a:rPr>
              <a:t>majors.json          Major and year mapping</a:t>
            </a:r>
          </a:p>
          <a:p xmlns:a="http://schemas.openxmlformats.org/drawingml/2006/main">
            <a:pPr>
              <a:buNone/>
              <a:defRPr sz="2175" b="0">
                <a:solidFill>
                  <a:srgbClr val="F4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F4F7FF"/>
                </a:solidFill>
                <a:latin typeface="Bitstream Charter"/>
                <a:ea typeface="Bitstream Charter"/>
                <a:cs typeface="Bitstream Charter"/>
              </a:rPr>
              <a:t>sch.json                 SCH electives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212650-16B6-45E1-B87D-3D499F21A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A4C5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A4C5FF"/>
                </a:solidFill>
                <a:latin typeface="Bitstream Charter"/>
                <a:ea typeface="Bitstream Charter"/>
                <a:cs typeface="Bitstream Charter"/>
              </a:rPr>
              <a:t>Validator → TypeScript → Build → Platform, data, AI, admin, UI and scheduler tests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E98D9D-116C-4821-8C1D-FCEDDA47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B6C5D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B6C5DF"/>
                </a:solidFill>
                <a:latin typeface="Bitstream Charter"/>
                <a:ea typeface="Bitstream Charter"/>
                <a:cs typeface="Bitstream Charter"/>
              </a:rPr>
              <a:t>PLANORA  /  INDEPENDENT STUDENT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13D6A4-C343-4873-87B6-33B514954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666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625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A4C5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A4C5FF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6533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A39AB4-FFDF-4866-A87B-696DB6A96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A4C5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A4C5FF"/>
                </a:solidFill>
                <a:latin typeface="Bitstream Charter"/>
                <a:ea typeface="Bitstream Charter"/>
                <a:cs typeface="Bitstream Charter"/>
              </a:rPr>
              <a:t>ACCESS AND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4C300F-1AA6-420D-97E2-9AFBA5A48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525" b="1">
                <a:solidFill>
                  <a:srgbClr val="F4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525" b="1">
                <a:solidFill>
                  <a:srgbClr val="F4F7FF"/>
                </a:solidFill>
                <a:latin typeface="Bitstream Charter"/>
                <a:ea typeface="Bitstream Charter"/>
                <a:cs typeface="Bitstream Charter"/>
              </a:rPr>
              <a:t>Shared with students. Controlled by creators.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EFF6C1-BC5C-4891-9A17-57243BDD5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971675"/>
            <a:ext cx="10763250" cy="2257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F4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F4F7FF"/>
                </a:solidFill>
                <a:latin typeface="Bitstream Charter"/>
                <a:ea typeface="Bitstream Charter"/>
                <a:cs typeface="Bitstream Charter"/>
              </a:rPr>
              <a:t>Share link · Image · Print / PDF · Calendar (.ics)</a:t>
            </a:r>
          </a:p>
          <a:p xmlns:a="http://schemas.openxmlformats.org/drawingml/2006/main">
            <a:pPr>
              <a:buNone/>
              <a:defRPr sz="2175" b="0">
                <a:solidFill>
                  <a:srgbClr val="F4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F4F7FF"/>
                </a:solidFill>
                <a:latin typeface="Bitstream Charter"/>
                <a:ea typeface="Bitstream Charter"/>
                <a:cs typeface="Bitstream Charter"/>
              </a:rPr>
              <a:t>Installable PWA with refresh prompt and offline status</a:t>
            </a:r>
          </a:p>
          <a:p xmlns:a="http://schemas.openxmlformats.org/drawingml/2006/main">
            <a:pPr>
              <a:buNone/>
              <a:defRPr sz="2175" b="0">
                <a:solidFill>
                  <a:srgbClr val="F4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F4F7FF"/>
                </a:solidFill>
                <a:latin typeface="Bitstream Charter"/>
                <a:ea typeface="Bitstream Charter"/>
                <a:cs typeface="Bitstream Charter"/>
              </a:rPr>
              <a:t>Course details on click; student reports in the private admin inbox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027267-AD9D-4E5D-9DB5-0BFF58DE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695825"/>
            <a:ext cx="10620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A4C5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A4C5FF"/>
                </a:solidFill>
                <a:latin typeface="Bitstream Charter"/>
                <a:ea typeface="Bitstream Charter"/>
                <a:cs typeface="Bitstream Charter"/>
              </a:rPr>
              <a:t>Private admin workspace: two accounts, saved drafts and feedback with optional names, ratings and comments. Course data changes require a separate release.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D8BBD9-82E0-4C23-A654-15F4F220A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810250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B6C5D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B6C5DF"/>
                </a:solidFill>
                <a:latin typeface="Bitstream Charter"/>
                <a:ea typeface="Bitstream Charter"/>
                <a:cs typeface="Bitstream Charter"/>
              </a:rPr>
              <a:t>zc-planora.vercel.app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8A3041-1637-4B44-90B9-807CA0AB6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B6C5D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B6C5DF"/>
                </a:solidFill>
                <a:latin typeface="Bitstream Charter"/>
                <a:ea typeface="Bitstream Charter"/>
                <a:cs typeface="Bitstream Charter"/>
              </a:rPr>
              <a:t>PLANORA  /  INDEPENDENT STUDENT PROJECT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0BA096-4F3D-4AB8-ACF5-86F8CC54C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666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625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A4C5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A4C5FF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272765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377B5F-11DA-4D04-80EC-052BA4F6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A4C5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A4C5FF"/>
                </a:solidFill>
                <a:latin typeface="Bitstream Charter"/>
                <a:ea typeface="Bitstream Charter"/>
                <a:cs typeface="Bitstream Charter"/>
              </a:rPr>
              <a:t>ADMIN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FBEC65-8784-4456-8802-931F8A80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525" b="1">
                <a:solidFill>
                  <a:srgbClr val="F4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525" b="1">
                <a:solidFill>
                  <a:srgbClr val="F4F7FF"/>
                </a:solidFill>
                <a:latin typeface="Bitstream Charter"/>
                <a:ea typeface="Bitstream Charter"/>
                <a:cs typeface="Bitstream Charter"/>
              </a:rPr>
              <a:t>Review the next semester before release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D458DC-1031-4944-9432-D2B242089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106680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F4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F4F7FF"/>
                </a:solidFill>
                <a:latin typeface="Bitstream Charter"/>
                <a:ea typeface="Bitstream Charter"/>
                <a:cs typeface="Bitstream Charter"/>
              </a:rPr>
              <a:t>Edit one verified course, paste Self-Service results or upload CSV.</a:t>
            </a:r>
          </a:p>
          <a:p xmlns:a="http://schemas.openxmlformats.org/drawingml/2006/main">
            <a:pPr>
              <a:buNone/>
              <a:defRPr sz="2025" b="0">
                <a:solidFill>
                  <a:srgbClr val="F4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F4F7FF"/>
                </a:solidFill>
                <a:latin typeface="Bitstream Charter"/>
                <a:ea typeface="Bitstream Charter"/>
                <a:cs typeface="Bitstream Charter"/>
              </a:rPr>
              <a:t>Compare section changes and inspect validation errors.</a:t>
            </a:r>
          </a:p>
          <a:p xmlns:a="http://schemas.openxmlformats.org/drawingml/2006/main">
            <a:pPr>
              <a:buNone/>
              <a:defRPr sz="2025" b="0">
                <a:solidFill>
                  <a:srgbClr val="F4F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F4F7FF"/>
                </a:solidFill>
                <a:latin typeface="Bitstream Charter"/>
                <a:ea typeface="Bitstream Charter"/>
                <a:cs typeface="Bitstream Charter"/>
              </a:rPr>
              <a:t>Save with a source note; undo the last saved draft if needed.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E19190-ED0C-461B-A8D8-CE41440B9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A4C5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A4C5FF"/>
                </a:solidFill>
                <a:latin typeface="Bitstream Charter"/>
                <a:ea typeface="Bitstream Charter"/>
                <a:cs typeface="Bitstream Charter"/>
              </a:rPr>
              <a:t>Admins review student reports and 1–10 feedback. Nothing publishes until the verified dataset passes CI and is deployed.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0DCC03-B0EF-40AF-8CDE-721504F7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B6C5D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B6C5DF"/>
                </a:solidFill>
                <a:latin typeface="Bitstream Charter"/>
                <a:ea typeface="Bitstream Charter"/>
                <a:cs typeface="Bitstream Charter"/>
              </a:rPr>
              <a:t>PLANORA  /  INDEPENDENT STUDENT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94EEC3-6218-497B-9598-E595EC97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666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625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A4C5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A4C5FF"/>
                </a:solidFill>
                <a:latin typeface="Bitstream Charter"/>
                <a:ea typeface="Bitstream Charter"/>
                <a:cs typeface="Bitstream Charter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978512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2026-09-25T20:10:59.9760000Z</dcterms:created>
  <dcterms:modified xsi:type="dcterms:W3CDTF">2026-09-25T20:10:59.9760000Z</dcterms:modified>
</coreProperties>
</file>