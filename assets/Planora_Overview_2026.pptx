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23b196b2b54949" /><Relationship Type="http://schemas.openxmlformats.org/officeDocument/2006/relationships/extended-properties" Target="/docProps/app.xml" Id="R7fffa20fe33e4cc1" /><Relationship Type="http://schemas.openxmlformats.org/officeDocument/2006/relationships/officeDocument" Target="/ppt/presentation.xml" Id="R416b74077b8347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b7216c346c4e4e"/>
  </p:sldMasterIdLst>
  <p:notesMasterIdLst>
    <p:notesMasterId xmlns:r="http://schemas.openxmlformats.org/officeDocument/2006/relationships" r:id="Racf499b823de4b46"/>
  </p:notesMasterIdLst>
  <p:sldIdLst>
    <p:sldId xmlns:r="http://schemas.openxmlformats.org/officeDocument/2006/relationships" id="256" r:id="Re4435805e9b543c1"/>
    <p:sldId xmlns:r="http://schemas.openxmlformats.org/officeDocument/2006/relationships" id="257" r:id="R070fe0aa02dc425c"/>
    <p:sldId xmlns:r="http://schemas.openxmlformats.org/officeDocument/2006/relationships" id="258" r:id="Rb77bb2391b844148"/>
    <p:sldId xmlns:r="http://schemas.openxmlformats.org/officeDocument/2006/relationships" id="259" r:id="R5bea7e02eda24f22"/>
    <p:sldId xmlns:r="http://schemas.openxmlformats.org/officeDocument/2006/relationships" id="260" r:id="Rdab221a483d147e0"/>
    <p:sldId xmlns:r="http://schemas.openxmlformats.org/officeDocument/2006/relationships" id="261" r:id="R381c64ba848345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88ff9322b646f0" /><Relationship Type="http://schemas.openxmlformats.org/officeDocument/2006/relationships/slideMaster" Target="/ppt/slideMasters/slideMaster1.xml" Id="Rc7b7216c346c4e4e" /><Relationship Type="http://schemas.openxmlformats.org/officeDocument/2006/relationships/notesMaster" Target="/ppt/notesMasters/notesMaster1.xml" Id="Racf499b823de4b46" /><Relationship Type="http://schemas.openxmlformats.org/officeDocument/2006/relationships/presProps" Target="/ppt/presProps.xml" Id="Rc2c568eb781d43fc" /><Relationship Type="http://schemas.openxmlformats.org/officeDocument/2006/relationships/tableStyles" Target="/ppt/tableStyles.xml" Id="Rc9a92f6fa0804609" /><Relationship Type="http://schemas.openxmlformats.org/officeDocument/2006/relationships/slide" Target="/ppt/slides/slide1.xml" Id="Re4435805e9b543c1" /><Relationship Type="http://schemas.openxmlformats.org/officeDocument/2006/relationships/slide" Target="/ppt/slides/slide2.xml" Id="R070fe0aa02dc425c" /><Relationship Type="http://schemas.openxmlformats.org/officeDocument/2006/relationships/slide" Target="/ppt/slides/slide3.xml" Id="Rb77bb2391b844148" /><Relationship Type="http://schemas.openxmlformats.org/officeDocument/2006/relationships/slide" Target="/ppt/slides/slide4.xml" Id="R5bea7e02eda24f22" /><Relationship Type="http://schemas.openxmlformats.org/officeDocument/2006/relationships/slide" Target="/ppt/slides/slide5.xml" Id="Rdab221a483d147e0" /><Relationship Type="http://schemas.openxmlformats.org/officeDocument/2006/relationships/slide" Target="/ppt/slides/slide6.xml" Id="R381c64ba848345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fdd60310b34c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14eec51209457b" /><Relationship Type="http://schemas.openxmlformats.org/officeDocument/2006/relationships/notesMaster" Target="/ppt/notesMasters/notesMaster1.xml" Id="R0ed90258254248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8e9595ac3442f4" /><Relationship Type="http://schemas.openxmlformats.org/officeDocument/2006/relationships/notesMaster" Target="/ppt/notesMasters/notesMaster1.xml" Id="Ra2757770265e42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95fed5d56eb45c5" /><Relationship Type="http://schemas.openxmlformats.org/officeDocument/2006/relationships/notesMaster" Target="/ppt/notesMasters/notesMaster1.xml" Id="R485f9fbd5cd94e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6a2daf26d04613" /><Relationship Type="http://schemas.openxmlformats.org/officeDocument/2006/relationships/notesMaster" Target="/ppt/notesMasters/notesMaster1.xml" Id="R7e183566424741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f6a191aaabe4d82" /><Relationship Type="http://schemas.openxmlformats.org/officeDocument/2006/relationships/notesMaster" Target="/ppt/notesMasters/notesMaster1.xml" Id="Raeda306e4fcc4d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aef8886b7d84a97" /><Relationship Type="http://schemas.openxmlformats.org/officeDocument/2006/relationships/notesMaster" Target="/ppt/notesMasters/notesMaster1.xml" Id="Rd92720a21e1940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Planora repository README.md and live site https://zc-planora.vercel.app/. This is an independent student project, not a university service.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screenshot of live site on 25 Sep 2026, https://zc-planora.vercel.app/. Cyber Security has no published courses in this dataset; IT starts at Year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src/App.tsx evaluateAssistantProposal; src/components/ScheduleAssistant.tsx; README.md. Check final registration facts in Self-Service.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src/semester/*.json, docs/SEMESTER_ROLLOVER.md, package.json. Only add published or creator-supplied academic facts.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docs/ADMIN_PANEL.md; src/components/AppStatus.tsx; src/components/ReportIssueDialog.tsx. These inbox and import changes are on the project branch; verify before claiming they are live. Credentials intentionally excluded.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docs/ADMIN_PANEL.md, docs/SEMESTER_ROLLOVER.md, app/api/admin.ts and app/api/feedback.ts. Imports create drafts, not published course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1ba70f903e42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45c55a0f654d17" /><Relationship Type="http://schemas.openxmlformats.org/officeDocument/2006/relationships/slideLayout" Target="/ppt/slideLayouts/slideLayout1.xml" Id="R8b1654f552204d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1654f552204d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61a5ab69542ed" /><Relationship Type="http://schemas.openxmlformats.org/officeDocument/2006/relationships/notesSlide" Target="/ppt/notesSlides/notesSlide1.xml" Id="R20c7254281dd42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e66021dfd34754" /><Relationship Type="http://schemas.openxmlformats.org/officeDocument/2006/relationships/image" Target="/ppt/media/image.jpeg" Id="Rcf786dc373a04c6a" /><Relationship Type="http://schemas.openxmlformats.org/officeDocument/2006/relationships/notesSlide" Target="/ppt/notesSlides/notesSlide2.xml" Id="R3fd1886d5c724d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57e759e824c37" /><Relationship Type="http://schemas.openxmlformats.org/officeDocument/2006/relationships/notesSlide" Target="/ppt/notesSlides/notesSlide3.xml" Id="R40c52f2d666e48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17b4f11ff421a" /><Relationship Type="http://schemas.openxmlformats.org/officeDocument/2006/relationships/notesSlide" Target="/ppt/notesSlides/notesSlide4.xml" Id="R3df48e8e9d144d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f7029c26c472f" /><Relationship Type="http://schemas.openxmlformats.org/officeDocument/2006/relationships/notesSlide" Target="/ppt/notesSlides/notesSlide5.xml" Id="R27fa9942c64b45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b5e5a13b1471a" /><Relationship Type="http://schemas.openxmlformats.org/officeDocument/2006/relationships/notesSlide" Target="/ppt/notesSlides/notesSlide6.xml" Id="R168ff0f4ade14d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B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FAD26D-54D3-4C1A-BC1F-2AB3A95A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FALL 2026 · MAIN SESSION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A640FA-AC82-483C-9972-3190C164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Planora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AE934-3E83-4497-9B0B-0944F279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The student schedule planner for CSAI.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6423D-D8C8-41B2-BD60-C60A1247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981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Choose sections, spot clashes, compare options and share your timetable before registration.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75A11-88FE-419B-B6EA-B5B8E135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Directed by Ahmed Amir &amp; Youssef Taha (الريبات المشطشطين)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C465D1-EB36-4B65-A004-C445A3BF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PLANORA  /  INDEPENDENT STUDENT 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419040-4002-4D60-948B-9B378A47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161641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B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F5B3EF-1E6B-4371-9DA8-80CE500D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THE LIVE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9B9296-BF81-4CCA-88DF-1D93C3C6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A planner you can actually use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786dc373a04c6a"/>
          <a:stretch xmlns:a="http://schemas.openxmlformats.org/drawingml/2006/main"/>
        </p:blipFill>
        <p:spPr>
          <a:xfrm xmlns:a="http://schemas.openxmlformats.org/drawingml/2006/main">
            <a:off x="3121793" y="1790700"/>
            <a:ext cx="5948414" cy="40862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E6BD72-88BF-49B7-B1FF-A1F13B78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8645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Years 1–4  ·  IT, Data Science &amp; AI, Software  ·  Cyber Security (courses pending)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6B6943-3C4F-4065-848C-FFA9EB23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PLANORA  /  INDEPENDENT STUDENT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B832A4-E72B-4FA3-BBD7-FDA764FB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33813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B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184B9-A200-450E-8F88-E177E3EF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PLANORA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7677BD-1197-4B3D-8F40-97DBB18B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Schedule decisions with guardrails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2AD065-17F1-41A3-B691-3B945B9A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10287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01    Pick lecture, lab and tutorial sections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02    See overlapping sessions and credit limits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03    Generate and compare best schedules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055FC-32B9-41E8-83B5-E091C0AE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05375"/>
            <a:ext cx="1028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AI can suggest changes, but the planner checks the final schedule against meetings and locks before showing a proposal.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0C10E-EF40-431E-A89C-22E93A21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PLANORA  /  INDEPENDENT STUDENT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25C43C-B8DE-4773-90E4-550F3C4B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416734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B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D9FBFC-B6FB-4CEC-95C8-641B5E0A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NEXT TERM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F3313D-5F31-4CA2-8AF9-7ABFB8F9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Keep the engine. Update the semester.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19C94A-39C4-4A49-B57F-86EF2DD1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10572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semester.json        Term, dates and verification</a:t>
            </a:r>
          </a:p>
          <a:p xmlns:a="http://schemas.openxmlformats.org/drawingml/2006/main">
            <a:pPr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courses.json          Courses, instructors and meetings</a:t>
            </a:r>
          </a:p>
          <a:p xmlns:a="http://schemas.openxmlformats.org/drawingml/2006/main">
            <a:pPr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majors.json          Major and year mapping</a:t>
            </a:r>
          </a:p>
          <a:p xmlns:a="http://schemas.openxmlformats.org/drawingml/2006/main">
            <a:pPr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sch.json                 SCH electives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12650-16B6-45E1-B87D-3D499F21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86375"/>
            <a:ext cx="1076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Validator → TypeScript → Build → Platform, data, AI, admin, UI and scheduler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E98D9D-116C-4821-8C1D-FCEDDA47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PLANORA  /  INDEPENDENT STUDENT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13D6A4-C343-4873-87B6-33B51495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6533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A39AB4-FFDF-4866-A87B-696DB6A9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ACCESS AND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4C300F-1AA6-420D-97E2-9AFBA5A4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Shared with students. Controlled by creators.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FF6C1-BC5C-4891-9A17-57243BDD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971675"/>
            <a:ext cx="10763250" cy="2257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Share link · Image · Print / PDF · Calendar (.ics)</a:t>
            </a:r>
          </a:p>
          <a:p xmlns:a="http://schemas.openxmlformats.org/drawingml/2006/main">
            <a:pPr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Installable PWA with refresh prompt and offline status</a:t>
            </a:r>
          </a:p>
          <a:p xmlns:a="http://schemas.openxmlformats.org/drawingml/2006/main">
            <a:pPr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Course details on click; student reports in the private admin inbox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27267-AD9D-4E5D-9DB5-0BFF58DE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695825"/>
            <a:ext cx="10620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Private admin workspace: two accounts, saved draft history and feedback ratings. Course data changes require review and a separate release.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D8BBD9-82E0-4C23-A654-15F4F220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810250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zc-planora.vercel.app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A3041-1637-4B44-90B9-807CA0AB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PLANORA  /  INDEPENDENT STUDENT 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BA096-4F3D-4AB8-ACF5-86F8CC54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272765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377B5F-11DA-4D04-80EC-052BA4F6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ADMIN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FBEC65-8784-4456-8802-931F8A80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Review the next semester before release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D458DC-1031-4944-9432-D2B24208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1066800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Edit one verified course, paste Self-Service results or upload CSV.</a:t>
            </a:r>
          </a:p>
          <a:p xmlns:a="http://schemas.openxmlformats.org/drawingml/2006/main">
            <a:pPr>
              <a:def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Compare section changes and inspect validation errors.</a:t>
            </a:r>
          </a:p>
          <a:p xmlns:a="http://schemas.openxmlformats.org/drawingml/2006/main">
            <a:pPr>
              <a:def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Save with a source note; undo the last saved draft if needed.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19190-ED0C-461B-A8D8-CE41440B9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Admins review student reports and 1–10 feedback. Nothing publishes until the verified dataset passes CI and is deployed.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0DCC03-B0EF-40AF-8CDE-721504F7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PLANORA  /  INDEPENDENT STUDENT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4EEC3-6218-497B-9598-E595EC97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978512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2026-09-25T09:04:01.4820000Z</dcterms:created>
  <dcterms:modified xsi:type="dcterms:W3CDTF">2026-09-25T09:04:01.4820000Z</dcterms:modified>
</coreProperties>
</file>